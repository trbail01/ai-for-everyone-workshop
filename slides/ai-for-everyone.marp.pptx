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warmly. Let people know the session is meant to be interactive, simple, and beginner-friendly.
Emphasize that AI is already in everyday life, and this workshop is hands-on.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them the workshop isn't technical or intimidating.
Stress that the goal is empowerment, not complexity.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quick participation.
Use the word cloud as a springboard: note common themes like excitement, fear, curiosity.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introduce the idea that AI developed slowly over decades.
Mention that progress depended on computing power, data, and new ideas.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early AI researchers were extremely optimistic.
AI began as a philosophical question before it became 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expert systems were basically giant rule trees.
Point out the maintenance problem: the real world is messier than fixed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Deep Blue as an example of narrow but extremely strong AI.
Mention Kasparov accusing the machine of “creativity.”
Clarify it's not general intelligence—just powerful pattern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GPUs (made for video games) accidentally became perfect for AI math.
AlexNet cut error rates dramatically and started the modern boom.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this architecture changed everything.
Transformers understand long sequences and context far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ChatGPT hit 100M users in two months.
Generative AI moved AI from background tech to something everyone interacts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“grounding” slide.
Make AI feel less mysterious and more like simple pattern recognition.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friendly and simple. No math.
Reinforce that AI doesn't "understand" — it predicts.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examples. Point out hallucinations as a real risk.
Explain that AI is confident even when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humor. Show how refinement improves output quality.
Encourage attendees to experiment without fear.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the second works: context, who, purpose, tone, details.
Mention that students often under-specify what they want.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quick hands-up votes.
Ask what visual cues they used: lighting, texture, odd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= Post B
Why it works: B sounds slightly too formal and polished for a casual social post.
Point out that AI tends to sound overly poetic, generic, or abstract.
Explain that detecting fakes is getting harder.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them to guess and discuss.
Explain how trained models can produce ultra-realistic faces.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this slide more seriously.
Mention that AI tools store prompts, depending on the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Relate to everyday life so AI feels approachable.
Mention how it can save time or spark creativity.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around and assist.
Encourage specificity and tone-setting in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the concepts clearly.
Encourage curiosity and ongoing experimentation.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describe when someone might choose each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final questions.
Encourage honest feedback so future workshops improve.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warmly.
Mention how to contact you or where materials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Everyone</dc:title>
  <dc:subject>PptxGenJS Presentation</dc:subject>
  <dc:creator>Created by Marp</dc:creator>
  <cp:lastModifiedBy>Created by Marp</cp:lastModifiedBy>
  <cp:revision>1</cp:revision>
  <dcterms:created xsi:type="dcterms:W3CDTF">2025-11-12T23:30:57Z</dcterms:created>
  <dcterms:modified xsi:type="dcterms:W3CDTF">2025-11-12T23:30:57Z</dcterms:modified>
</cp:coreProperties>
</file>